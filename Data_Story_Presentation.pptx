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reen shaik" userId="b01ee3547bf4f22e" providerId="LiveId" clId="{384030B7-FA54-4657-92D1-0C7EC4F0E4B5}"/>
    <pc:docChg chg="custSel modSld">
      <pc:chgData name="afreen shaik" userId="b01ee3547bf4f22e" providerId="LiveId" clId="{384030B7-FA54-4657-92D1-0C7EC4F0E4B5}" dt="2026-06-02T10:21:43.935" v="25" actId="207"/>
      <pc:docMkLst>
        <pc:docMk/>
      </pc:docMkLst>
      <pc:sldChg chg="modSp mod">
        <pc:chgData name="afreen shaik" userId="b01ee3547bf4f22e" providerId="LiveId" clId="{384030B7-FA54-4657-92D1-0C7EC4F0E4B5}" dt="2026-06-02T10:21:31.456" v="23" actId="207"/>
        <pc:sldMkLst>
          <pc:docMk/>
          <pc:sldMk cId="1355774901" sldId="256"/>
        </pc:sldMkLst>
        <pc:spChg chg="mod">
          <ac:chgData name="afreen shaik" userId="b01ee3547bf4f22e" providerId="LiveId" clId="{384030B7-FA54-4657-92D1-0C7EC4F0E4B5}" dt="2026-06-02T10:21:31.456" v="23" actId="207"/>
          <ac:spMkLst>
            <pc:docMk/>
            <pc:sldMk cId="1355774901" sldId="256"/>
            <ac:spMk id="2" creationId="{5D62E0C3-2080-F24B-60A3-34930F9AC9B0}"/>
          </ac:spMkLst>
        </pc:spChg>
        <pc:spChg chg="mod">
          <ac:chgData name="afreen shaik" userId="b01ee3547bf4f22e" providerId="LiveId" clId="{384030B7-FA54-4657-92D1-0C7EC4F0E4B5}" dt="2026-06-02T10:20:18.155" v="18" actId="207"/>
          <ac:spMkLst>
            <pc:docMk/>
            <pc:sldMk cId="1355774901" sldId="256"/>
            <ac:spMk id="3" creationId="{49028005-207E-F17B-5386-C530DF929291}"/>
          </ac:spMkLst>
        </pc:spChg>
      </pc:sldChg>
      <pc:sldChg chg="modSp mod">
        <pc:chgData name="afreen shaik" userId="b01ee3547bf4f22e" providerId="LiveId" clId="{384030B7-FA54-4657-92D1-0C7EC4F0E4B5}" dt="2026-06-02T10:21:38.378" v="24" actId="207"/>
        <pc:sldMkLst>
          <pc:docMk/>
          <pc:sldMk cId="2131372437" sldId="257"/>
        </pc:sldMkLst>
        <pc:spChg chg="mod">
          <ac:chgData name="afreen shaik" userId="b01ee3547bf4f22e" providerId="LiveId" clId="{384030B7-FA54-4657-92D1-0C7EC4F0E4B5}" dt="2026-06-02T10:21:38.378" v="24" actId="207"/>
          <ac:spMkLst>
            <pc:docMk/>
            <pc:sldMk cId="2131372437" sldId="257"/>
            <ac:spMk id="2" creationId="{E0DFF025-8076-3BA4-4BDD-63D81B16EB8D}"/>
          </ac:spMkLst>
        </pc:spChg>
        <pc:spChg chg="mod">
          <ac:chgData name="afreen shaik" userId="b01ee3547bf4f22e" providerId="LiveId" clId="{384030B7-FA54-4657-92D1-0C7EC4F0E4B5}" dt="2026-06-02T10:20:27.341" v="19" actId="207"/>
          <ac:spMkLst>
            <pc:docMk/>
            <pc:sldMk cId="2131372437" sldId="257"/>
            <ac:spMk id="3" creationId="{C07EADFA-369B-B9AB-B609-E4C3AB8C5C26}"/>
          </ac:spMkLst>
        </pc:spChg>
      </pc:sldChg>
      <pc:sldChg chg="modSp mod">
        <pc:chgData name="afreen shaik" userId="b01ee3547bf4f22e" providerId="LiveId" clId="{384030B7-FA54-4657-92D1-0C7EC4F0E4B5}" dt="2026-06-02T10:21:43.935" v="25" actId="207"/>
        <pc:sldMkLst>
          <pc:docMk/>
          <pc:sldMk cId="3017492070" sldId="258"/>
        </pc:sldMkLst>
        <pc:spChg chg="mod">
          <ac:chgData name="afreen shaik" userId="b01ee3547bf4f22e" providerId="LiveId" clId="{384030B7-FA54-4657-92D1-0C7EC4F0E4B5}" dt="2026-06-02T10:21:43.935" v="25" actId="207"/>
          <ac:spMkLst>
            <pc:docMk/>
            <pc:sldMk cId="3017492070" sldId="258"/>
            <ac:spMk id="2" creationId="{9860457B-80B9-510D-9BCB-3FA3A650CE3B}"/>
          </ac:spMkLst>
        </pc:spChg>
        <pc:spChg chg="mod">
          <ac:chgData name="afreen shaik" userId="b01ee3547bf4f22e" providerId="LiveId" clId="{384030B7-FA54-4657-92D1-0C7EC4F0E4B5}" dt="2026-06-02T10:20:35.549" v="20" actId="207"/>
          <ac:spMkLst>
            <pc:docMk/>
            <pc:sldMk cId="3017492070" sldId="258"/>
            <ac:spMk id="3" creationId="{B6EAC9DF-E91B-DCA2-92DE-27C4433DADB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54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175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704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6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771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865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305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108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843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46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2900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54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0980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29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643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309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3C636-A751-4556-9EEA-BC9E200B397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2EB0F4F-215E-44B9-BA29-5521B0DE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478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2E0C3-2080-F24B-60A3-34930F9AC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334" y="1122363"/>
            <a:ext cx="8957734" cy="1655762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Data Analysis Project</a:t>
            </a:r>
            <a:endParaRPr lang="en-IN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28005-207E-F17B-5386-C530DF929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266" y="3161771"/>
            <a:ext cx="10464801" cy="3098800"/>
          </a:xfrm>
        </p:spPr>
        <p:txBody>
          <a:bodyPr>
            <a:normAutofit/>
          </a:bodyPr>
          <a:lstStyle/>
          <a:p>
            <a:pPr algn="just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 Customer sales information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preprocessing completed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Performed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Created for business insights</a:t>
            </a: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774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FF025-8076-3BA4-4BDD-63D81B16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467" y="474133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IN" sz="54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EADFA-369B-B9AB-B609-E4C3AB8C5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Customers: 5</a:t>
            </a:r>
          </a:p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Sales: 30,500</a:t>
            </a:r>
          </a:p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Purchase Amount: 6,100</a:t>
            </a:r>
          </a:p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Purchase Amount: 8,000</a:t>
            </a:r>
          </a:p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Hyderabad generated the highest sales </a:t>
            </a:r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372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0457B-80B9-510D-9BCB-3FA3A650C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</a:t>
            </a:r>
            <a:endParaRPr lang="en-IN" sz="48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AC9DF-E91B-DCA2-92DE-27C4433DA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high-value customers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marketing in high-performing cities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sales using dashboard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data-driven decision making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Data Analysis helps identify trends and improve Business performance</a:t>
            </a: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4920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78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Times New Roman</vt:lpstr>
      <vt:lpstr>Trebuchet MS</vt:lpstr>
      <vt:lpstr>Wingdings 3</vt:lpstr>
      <vt:lpstr>Facet</vt:lpstr>
      <vt:lpstr>Sales Data Analysis Project</vt:lpstr>
      <vt:lpstr>Key Findings</vt:lpstr>
      <vt:lpstr>Business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afreen shaik</dc:creator>
  <cp:lastModifiedBy>afreen shaik</cp:lastModifiedBy>
  <cp:revision>1</cp:revision>
  <dcterms:created xsi:type="dcterms:W3CDTF">2026-06-02T10:08:45Z</dcterms:created>
  <dcterms:modified xsi:type="dcterms:W3CDTF">2026-06-02T10:21:45Z</dcterms:modified>
</cp:coreProperties>
</file>